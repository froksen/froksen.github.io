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gif"/><Relationship Id="rId2" Type="http://schemas.openxmlformats.org/officeDocument/2006/relationships/image" Target="../media/image-1-2.gif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6459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C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Lithium – Li (Z = 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0" y="777240"/>
            <a:ext cx="0" cy="3977640"/>
          </a:xfrm>
          <a:prstGeom prst="line">
            <a:avLst/>
          </a:prstGeom>
          <a:noFill/>
          <a:ln w="12700">
            <a:solidFill>
              <a:srgbClr val="3C3C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74980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Tredimensionel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54880" y="74980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Bohrs Atommodel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987552"/>
            <a:ext cx="4114800" cy="365760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987552"/>
            <a:ext cx="4114800" cy="36576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200400" y="4754880"/>
            <a:ext cx="146304" cy="146304"/>
          </a:xfrm>
          <a:prstGeom prst="ellipse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383280" y="468172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Proton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4206240" y="4754880"/>
            <a:ext cx="146304" cy="146304"/>
          </a:xfrm>
          <a:prstGeom prst="ellipse">
            <a:avLst/>
          </a:prstGeom>
          <a:solidFill>
            <a:srgbClr val="888780"/>
          </a:solidFill>
          <a:ln w="12700">
            <a:solidFill>
              <a:srgbClr val="88878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389120" y="468172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Neutron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5212080" y="4754880"/>
            <a:ext cx="146304" cy="146304"/>
          </a:xfrm>
          <a:prstGeom prst="ellipse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394960" y="468172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Animeret GIF – virker i PowerPoint, LibreOffice Impress og Google Slides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Lithium Atom – 3D &amp; Bohr</dc:title>
  <dc:subject>PptxGenJS Presentation</dc:subject>
  <dc:creator>Claude</dc:creator>
  <cp:lastModifiedBy>Claude</cp:lastModifiedBy>
  <cp:revision>1</cp:revision>
  <dcterms:created xsi:type="dcterms:W3CDTF">2026-04-11T03:45:55Z</dcterms:created>
  <dcterms:modified xsi:type="dcterms:W3CDTF">2026-04-11T03:45:55Z</dcterms:modified>
</cp:coreProperties>
</file>